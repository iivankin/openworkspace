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preview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PowerPoint slide: Привет, preview!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